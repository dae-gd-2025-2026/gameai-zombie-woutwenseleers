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16C7-AAA2-4A37-84B2-5D4C5F03ED81}" type="datetimeFigureOut">
              <a:rPr lang="LID4096" smtClean="0"/>
              <a:t>06/07/2026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D0CEF-C80D-4B1C-AD40-413EA69ACED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216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D0CEF-C80D-4B1C-AD40-413EA69ACED0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4490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D0CEF-C80D-4B1C-AD40-413EA69ACED0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45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7D89D-4AB1-A4D5-6D86-7D43EDE97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49" y="1321456"/>
            <a:ext cx="11475040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C0524A-AFFF-E710-2B05-3C000EC97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 gun in inventory =&gt; run away</a:t>
            </a:r>
          </a:p>
          <a:p>
            <a:r>
              <a:rPr lang="en-US" dirty="0"/>
              <a:t>Else: Look at zombie =&gt; use gun</a:t>
            </a: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StudentPerceptor</a:t>
            </a:r>
            <a:r>
              <a:rPr lang="en-US" dirty="0"/>
              <a:t> keeps a list of all known items on the ground</a:t>
            </a:r>
          </a:p>
          <a:p>
            <a:r>
              <a:rPr lang="en-US" dirty="0"/>
              <a:t>That list gets evaluated and the highest priority item will be picked up</a:t>
            </a:r>
          </a:p>
          <a:p>
            <a:r>
              <a:rPr lang="en-US" dirty="0"/>
              <a:t>Weapons are used when zombies are spotted</a:t>
            </a:r>
          </a:p>
          <a:p>
            <a:r>
              <a:rPr lang="en-US" dirty="0"/>
              <a:t>Consumables are used when their respective stats fall below half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36AB9-F186-7D20-C745-134555D95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4868" cy="4351338"/>
          </a:xfrm>
        </p:spPr>
        <p:txBody>
          <a:bodyPr/>
          <a:lstStyle/>
          <a:p>
            <a:r>
              <a:rPr lang="en-US" dirty="0"/>
              <a:t>It only uses the </a:t>
            </a:r>
            <a:r>
              <a:rPr lang="en-US" dirty="0" err="1"/>
              <a:t>BTTask</a:t>
            </a:r>
            <a:r>
              <a:rPr lang="en-US" dirty="0"/>
              <a:t> </a:t>
            </a:r>
            <a:r>
              <a:rPr lang="en-US" dirty="0" err="1"/>
              <a:t>MoveTo</a:t>
            </a:r>
            <a:r>
              <a:rPr lang="en-US" dirty="0"/>
              <a:t> provided by unreal</a:t>
            </a:r>
          </a:p>
          <a:p>
            <a:r>
              <a:rPr lang="en-US" dirty="0"/>
              <a:t>The way the Behavior Tree is set up makes it similar to priority steering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EDB826-CA68-C71D-6D8B-417DCCB0F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StudentPerceptor</a:t>
            </a:r>
            <a:r>
              <a:rPr lang="en-US" dirty="0"/>
              <a:t> keeps track of all seen houses and keeps track of which are visited</a:t>
            </a:r>
          </a:p>
          <a:p>
            <a:r>
              <a:rPr lang="en-US" dirty="0"/>
              <a:t>When no known items have a valid pickup priority, we search unvisited houses</a:t>
            </a:r>
          </a:p>
          <a:p>
            <a:r>
              <a:rPr lang="en-US" dirty="0"/>
              <a:t>When all known houses are visited, we wander the map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186</Words>
  <Application>Microsoft Office PowerPoint</Application>
  <PresentationFormat>Widescreen</PresentationFormat>
  <Paragraphs>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Wout WENSELEERS</cp:lastModifiedBy>
  <cp:revision>9</cp:revision>
  <dcterms:created xsi:type="dcterms:W3CDTF">2021-12-17T12:45:32Z</dcterms:created>
  <dcterms:modified xsi:type="dcterms:W3CDTF">2026-06-07T20:16:42Z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